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85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BF6FF6-19EC-C43E-1BE0-91ED02266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E4F5DFF-6CD7-D93B-A801-1C67DEA3A8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640DE2-1E04-9C31-FF3A-DC4CFD3AC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32E0-0166-4EF7-93DE-475E5CDAC15A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ED821E-ECC9-74F0-A112-48AF459CE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A8F076-3366-8403-DE0E-01FF2DBF5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764EF-569E-42DB-B7AB-1FCFE982E5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5348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5D1642-A754-DC89-481C-6AC44496E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546995-EB48-7FF3-99D6-C89C3C070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7CC745F-DD87-B509-98D9-153EB4E66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32E0-0166-4EF7-93DE-475E5CDAC15A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1C3896-6F7F-5D12-C701-6F994C6D8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10C099-6CA0-49C2-BF2F-03B71C6F3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764EF-569E-42DB-B7AB-1FCFE982E5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144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D5CDE-C5E5-E33B-E02B-DE76C08C2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515A724-4225-A138-F1DA-868D9A5C3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6DA199-8215-3AFA-EAE7-31BCE9572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32E0-0166-4EF7-93DE-475E5CDAC15A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A63053-4F75-CB32-1D5D-A5472B3A6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D598D6-3691-5C1D-D8C9-EE065CF00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764EF-569E-42DB-B7AB-1FCFE982E5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9369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272F60-7D63-3CB8-E076-2F838A07D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FBE71E-B605-6A24-6A0A-B7F25CDFC2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584929B-5F04-C2B3-762C-60ED232F9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68E76C-AF1D-362F-69DA-A924AD5F7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32E0-0166-4EF7-93DE-475E5CDAC15A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D541DAF-5EB0-9485-DB23-D7CC7E9C4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1E05A5-43C3-67E1-701A-29057B247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764EF-569E-42DB-B7AB-1FCFE982E5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9745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275EA9-0DF7-F947-B035-DDFD66F34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140D90-F876-C30D-BF89-B71D66140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30246D6-0A99-9E1E-B3E4-CE28A2A70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8DB41EC-A21C-FF54-A971-BCD182B60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48E907B-91C3-127C-FE18-8C053382DF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77A609B-4E27-CED4-9F0E-1BA584743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32E0-0166-4EF7-93DE-475E5CDAC15A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EFE114B-BF84-2163-1C3A-E2A61378D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F5D54A4-D243-E272-CB41-9AE9BAD22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764EF-569E-42DB-B7AB-1FCFE982E5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366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23E1F5-EF96-8345-B46F-3EA3A6E09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83FE531-44A8-0EA1-5516-B3CE77571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32E0-0166-4EF7-93DE-475E5CDAC15A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498E740-3623-CF25-F3D6-4247CC760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880A154-0EFB-2473-350B-8F0EBBC9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764EF-569E-42DB-B7AB-1FCFE982E5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9300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CFB6AD3-AF22-3157-8E10-DBE8CB54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32E0-0166-4EF7-93DE-475E5CDAC15A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D98A7BA-4388-4A42-04FE-09DE5E403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D2BEE8-C260-357A-B5BF-C6F6465F2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764EF-569E-42DB-B7AB-1FCFE982E5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6138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7EAD7D-381B-E326-5854-93C18EE6C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0B27AD-B467-598C-F2BC-4DAFE335E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A802AA-2246-DD74-AC76-437D68FF6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029A75-884F-9331-EE4E-2ADB8BD20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32E0-0166-4EF7-93DE-475E5CDAC15A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06FF2A-E7C6-3622-8455-2D9D1180A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46B14B-9AE1-6632-0162-8EE929507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764EF-569E-42DB-B7AB-1FCFE982E5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5353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839A69-6FD6-A43D-F6A4-4BD09BC40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AE5F848-E6E0-9773-4AD7-83E92A0A8C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47E0646-6EED-0CE5-F389-ECBEAF1C02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1537CD-CC76-7EC2-442E-4C58C3CD7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32E0-0166-4EF7-93DE-475E5CDAC15A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DE3B49-F6FC-B8BA-101F-A7D120D23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14267C4-484D-B9AA-85FC-B1C34384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764EF-569E-42DB-B7AB-1FCFE982E5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1805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1BFB92-9D2C-274A-AD25-C0C7DA6C6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FC605E1-3680-68A2-208F-53E380AF00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2AE83F-2999-4374-93CA-46651015E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32E0-0166-4EF7-93DE-475E5CDAC15A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ADD18E-C9DB-45B4-2207-946B086A6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6427B7-22EB-8616-1A2A-8610E35CF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764EF-569E-42DB-B7AB-1FCFE982E5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2235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A0225FF-073A-0E30-A663-92FC47A83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F9F4C7A-54CF-334E-0B5A-B0A9FDE56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0B2B97-267D-F369-344A-86D5D87FC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BB32E0-0166-4EF7-93DE-475E5CDAC15A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6D178A-819E-DBD8-6F8C-F6F30C5F0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D8A7A1-8CCF-5418-7509-05543D9AC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764EF-569E-42DB-B7AB-1FCFE982E5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1608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220B31C-AD1C-4A8A-4D94-361BD5BB3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F4C3F83-6CF9-A81F-916F-0FE93541D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44A23F-BE6A-5F29-4C4D-412AF72017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B32E0-0166-4EF7-93DE-475E5CDAC15A}" type="datetimeFigureOut">
              <a:rPr lang="fr-FR" smtClean="0"/>
              <a:t>17/05/2026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9ACAEE-E566-29CF-5783-BB8CB855C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D41C37-29D7-5859-5739-E9E829EE4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764EF-569E-42DB-B7AB-1FCFE982E53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853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23CAB5-B872-1A55-C7F5-56CE090043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79B8E24-69AD-B24D-B14F-8A28585B09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033763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Mustafa_Muhamad Diop</dc:creator>
  <cp:lastModifiedBy>Mustafa_Muhamad Diop</cp:lastModifiedBy>
  <cp:revision>1</cp:revision>
  <dcterms:created xsi:type="dcterms:W3CDTF">2026-05-17T10:59:21Z</dcterms:created>
  <dcterms:modified xsi:type="dcterms:W3CDTF">2026-05-17T10:59:40Z</dcterms:modified>
</cp:coreProperties>
</file>